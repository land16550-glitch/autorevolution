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43" y="8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62E"/>
                </a:solidFill>
                <a:latin typeface="Arial"/>
              </a:defRPr>
            </a:pPr>
            <a:r>
              <a:rPr lang="es-ES" sz="1300" b="0" i="0" u="none" strike="noStrike">
                <a:solidFill>
                  <a:srgbClr val="22262E"/>
                </a:solidFill>
                <a:latin typeface="Arial"/>
              </a:rPr>
              <a:t>Crecimiento del ROI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62E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año</c:v>
                </c:pt>
                <c:pt idx="1">
                  <c:v>3 años</c:v>
                </c:pt>
                <c:pt idx="2">
                  <c:v>5 años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254.81</c:v>
                </c:pt>
                <c:pt idx="1">
                  <c:v>964.42</c:v>
                </c:pt>
                <c:pt idx="2">
                  <c:v>1674.04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6C-4997-B9AE-B8B7B3F390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4"/>
                </a:solidFill>
                <a:latin typeface="Arial"/>
              </a:defRPr>
            </a:pPr>
            <a:endParaRPr lang="es-E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4"/>
                </a:solidFill>
                <a:latin typeface="Arial"/>
              </a:defRPr>
            </a:pPr>
            <a:endParaRPr lang="es-E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251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92263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9122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8825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5089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26160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558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23494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7158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436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8385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18771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906292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34731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654138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5384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35744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63069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22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764DE79-268F-4C1A-8933-263129D2AF90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9423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3B425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2743200" cy="2743200"/>
          </a:xfrm>
          <a:prstGeom prst="ellipse">
            <a:avLst/>
          </a:prstGeom>
          <a:solidFill>
            <a:srgbClr val="FF6B35">
              <a:alpha val="22000"/>
            </a:srgbClr>
          </a:solidFill>
          <a:ln/>
        </p:spPr>
      </p:sp>
      <p:pic>
        <p:nvPicPr>
          <p:cNvPr id="4" name="Image 0" descr="icons/car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5943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SEMINARIO DE PROYECTO I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AutoRevolution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digital para la gestión de talleres automotrices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4251960"/>
            <a:ext cx="8046720" cy="18288"/>
          </a:xfrm>
          <a:prstGeom prst="rect">
            <a:avLst/>
          </a:prstGeom>
          <a:solidFill>
            <a:srgbClr val="5B6B7C"/>
          </a:solidFill>
          <a:ln/>
        </p:spPr>
      </p:sp>
      <p:pic>
        <p:nvPicPr>
          <p:cNvPr id="9" name="Image 1" descr="icons/users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262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4507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4937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Cabrera Bonilla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663440" y="4937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del Boys Rivera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" y="5321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Marte Vásquez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63440" y="5321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Smarlim Mejía Cabrera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Facilitador: Ing. Henry Candelario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el taller vive del cuaderno y la memoria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talleres mecánicos todavía anotan todo a mano: clientes, vehículos, citas, mantenimientos. Cuadernos, hojas sueltas, archivos que nadie encuentra cuando se necesitan.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icons/warning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729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108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perdida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que se traspapelan o se borran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11880" y="297180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icons/warning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31729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51960" y="3108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Retrasos en la atención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794760" y="35661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esperando por falta de organización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438912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icons/warning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9028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4526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duplicados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31520" y="49834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cliente registrado varias veces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611880" y="438912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icons/warning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459028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251960" y="4526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inaccesible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794760" y="49834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puede ver rápido qué se le hizo a un vehículo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949440" y="1417320"/>
            <a:ext cx="4663440" cy="4937760"/>
          </a:xfrm>
          <a:prstGeom prst="roundRect">
            <a:avLst>
              <a:gd name="adj" fmla="val 1961"/>
            </a:avLst>
          </a:prstGeom>
          <a:solidFill>
            <a:srgbClr val="1C1F26"/>
          </a:solidFill>
          <a:ln/>
        </p:spPr>
      </p:sp>
      <p:pic>
        <p:nvPicPr>
          <p:cNvPr id="22" name="Image 4" descr="icons/car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920240"/>
            <a:ext cx="822960" cy="8229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0" y="29260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eso nace AutoRevolution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7315200" y="361188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5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pensada para centralizar clientes, vehículos, citas y servicios en un solo lugar.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AutoRevolution — Seminario de Proyecto 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VAMOS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C1F26"/>
          </a:solidFill>
          <a:ln/>
        </p:spPr>
      </p:sp>
      <p:pic>
        <p:nvPicPr>
          <p:cNvPr id="5" name="Image 0" descr="icons/target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1051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27632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web que mejore la gestión de servicios automotrices, optimizando procesos administrativos y fortaleciendo la comunicación entre talleres y clientes.</a:t>
            </a:r>
            <a:endParaRPr lang="en-US" sz="1350" dirty="0"/>
          </a:p>
        </p:txBody>
      </p:sp>
      <p:pic>
        <p:nvPicPr>
          <p:cNvPr id="7" name="Image 1" descr="icons/check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1752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9718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las necesidades reales de los talleres automotrices</a:t>
            </a:r>
            <a:endParaRPr lang="en-US" sz="1300" dirty="0"/>
          </a:p>
        </p:txBody>
      </p:sp>
      <p:pic>
        <p:nvPicPr>
          <p:cNvPr id="9" name="Image 2" descr="icons/check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01752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29400" y="29718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plataforma sencilla y funcional</a:t>
            </a:r>
            <a:endParaRPr lang="en-US" sz="1300" dirty="0"/>
          </a:p>
        </p:txBody>
      </p:sp>
      <p:pic>
        <p:nvPicPr>
          <p:cNvPr id="11" name="Image 3" descr="icons/check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6908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023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módulos de clientes, vehículos, citas y mantenimiento</a:t>
            </a:r>
            <a:endParaRPr lang="en-US" sz="1300" dirty="0"/>
          </a:p>
        </p:txBody>
      </p:sp>
      <p:pic>
        <p:nvPicPr>
          <p:cNvPr id="13" name="Image 4" descr="icons/check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069080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29400" y="4023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 metodología Scrum durante todo el desarrollo</a:t>
            </a:r>
            <a:endParaRPr lang="en-US" sz="1300" dirty="0"/>
          </a:p>
        </p:txBody>
      </p:sp>
      <p:pic>
        <p:nvPicPr>
          <p:cNvPr id="15" name="Image 5" descr="icons/check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120640"/>
            <a:ext cx="292608" cy="2926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5074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GitHub como control de versiones</a:t>
            </a:r>
            <a:endParaRPr lang="en-US" sz="1300" dirty="0"/>
          </a:p>
        </p:txBody>
      </p:sp>
      <p:pic>
        <p:nvPicPr>
          <p:cNvPr id="17" name="Image 6" descr="icons/check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5120640"/>
            <a:ext cx="292608" cy="29260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629400" y="5074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el sistema de forma clara y organizada</a:t>
            </a:r>
            <a:endParaRPr lang="en-US" sz="1300" dirty="0"/>
          </a:p>
        </p:txBody>
      </p:sp>
      <p:sp>
        <p:nvSpPr>
          <p:cNvPr id="19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AutoRevolution — Seminario de Proyecto I</a:t>
            </a:r>
            <a:endParaRPr lang="en-US" sz="900" dirty="0"/>
          </a:p>
        </p:txBody>
      </p:sp>
      <p:sp>
        <p:nvSpPr>
          <p:cNvPr id="20" name="Text 1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Scrum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Organizamos el trabajo en etapas cortas, revisamos avances de forma continua y ajustamos el rumbo cuando hizo falta. Así aplicamos gestión de proyectos y transformación digital en la práctica, no solo en la teoría.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371600" cy="137160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6" name="Image 0" descr="icons/comments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461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343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de seguimiento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920240" y="3566160"/>
            <a:ext cx="841248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761488" y="2880360"/>
            <a:ext cx="1371600" cy="137160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0" name="Image 1" descr="icons/clipboard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32461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32888" y="4343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tareas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133088" y="3566160"/>
            <a:ext cx="841248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4974336" y="2880360"/>
            <a:ext cx="1371600" cy="137160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4" name="Image 2" descr="icons/calendar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96" y="324612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45736" y="4343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semanal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345936" y="3566160"/>
            <a:ext cx="841248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7187184" y="2880360"/>
            <a:ext cx="1371600" cy="137160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18" name="Image 3" descr="icons/tools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4" y="324612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58584" y="4343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errores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558784" y="3566160"/>
            <a:ext cx="841248" cy="0"/>
          </a:xfrm>
          <a:prstGeom prst="line">
            <a:avLst/>
          </a:prstGeom>
          <a:noFill/>
          <a:ln w="19050">
            <a:solidFill>
              <a:srgbClr val="5B6B7C"/>
            </a:solidFill>
            <a:prstDash val="dash"/>
          </a:ln>
        </p:spPr>
      </p:sp>
      <p:sp>
        <p:nvSpPr>
          <p:cNvPr id="21" name="Shape 15"/>
          <p:cNvSpPr/>
          <p:nvPr/>
        </p:nvSpPr>
        <p:spPr>
          <a:xfrm>
            <a:off x="9400032" y="2880360"/>
            <a:ext cx="1371600" cy="1371600"/>
          </a:xfrm>
          <a:prstGeom prst="ellipse">
            <a:avLst/>
          </a:prstGeom>
          <a:solidFill>
            <a:srgbClr val="1C1F26"/>
          </a:solidFill>
          <a:ln/>
        </p:spPr>
      </p:sp>
      <p:pic>
        <p:nvPicPr>
          <p:cNvPr id="22" name="Image 4" descr="icons/sync_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5792" y="3246120"/>
            <a:ext cx="640080" cy="6400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71432" y="4343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a cambios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AutoRevolution — Seminario de Proyecto I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IDEA A LA ENTREGA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65960" cy="4297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96596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65176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3246120"/>
            <a:ext cx="1636776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Identificamos el problema y seleccionamos AutoRevolution como propuesta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61488" y="1691640"/>
            <a:ext cx="1965960" cy="4297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93008" y="196596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71216" y="265176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926080" y="3246120"/>
            <a:ext cx="1636776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objetivos, alcance, recursos, cronograma y riesgos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74336" y="1691640"/>
            <a:ext cx="1965960" cy="4297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05856" y="196596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5705856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84064" y="265176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138928" y="3246120"/>
            <a:ext cx="1636776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Desarrollamos la estructura, la documentación y los módulos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87184" y="1691640"/>
            <a:ext cx="1965960" cy="4297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18704" y="196596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7918704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96912" y="265176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control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51776" y="3246120"/>
            <a:ext cx="1636776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Comparamos el avance real contra el plan original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00032" y="1691640"/>
            <a:ext cx="1965960" cy="4297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31552" y="196596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10131552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09760" y="265176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564624" y="3246120"/>
            <a:ext cx="1636776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Preparamos documento final, repositorio, capturas y video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AutoRevolution — Seminario de Proyecto 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ENTREGAMOS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002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final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0" y="1600200"/>
            <a:ext cx="5212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830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20840" y="16002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AutoRevolution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496312"/>
            <a:ext cx="5212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2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79192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496312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035040" y="2496312"/>
            <a:ext cx="5212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3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679192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2496312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3392424"/>
            <a:ext cx="5212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4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75304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3392424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ROI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035040" y="3392424"/>
            <a:ext cx="5212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5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575304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20840" y="3392424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riesgos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4288536"/>
            <a:ext cx="5212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6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471416"/>
            <a:ext cx="365760" cy="36576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34440" y="4288536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6035040" y="4288536"/>
            <a:ext cx="5212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7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471416"/>
            <a:ext cx="365760" cy="36576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720840" y="4288536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400" dirty="0"/>
          </a:p>
        </p:txBody>
      </p:sp>
      <p:sp>
        <p:nvSpPr>
          <p:cNvPr id="28" name="Shape 18"/>
          <p:cNvSpPr/>
          <p:nvPr/>
        </p:nvSpPr>
        <p:spPr>
          <a:xfrm>
            <a:off x="548640" y="5184648"/>
            <a:ext cx="5212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9" name="Image 8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367528"/>
            <a:ext cx="365760" cy="36576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234440" y="5184648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pantalla</a:t>
            </a:r>
            <a:endParaRPr lang="en-US" sz="1400" dirty="0"/>
          </a:p>
        </p:txBody>
      </p:sp>
      <p:sp>
        <p:nvSpPr>
          <p:cNvPr id="31" name="Shape 20"/>
          <p:cNvSpPr/>
          <p:nvPr/>
        </p:nvSpPr>
        <p:spPr>
          <a:xfrm>
            <a:off x="6035040" y="5184648"/>
            <a:ext cx="5212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2" name="Image 9" descr="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5367528"/>
            <a:ext cx="365760" cy="36576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720840" y="5184648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explicativo</a:t>
            </a:r>
            <a:endParaRPr lang="en-US" sz="1400" dirty="0"/>
          </a:p>
        </p:txBody>
      </p:sp>
      <p:sp>
        <p:nvSpPr>
          <p:cNvPr id="3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AutoRevolution — Seminario de Proyecto I</a:t>
            </a:r>
            <a:endParaRPr lang="en-US" sz="900" dirty="0"/>
          </a:p>
        </p:txBody>
      </p:sp>
      <p:sp>
        <p:nvSpPr>
          <p:cNvPr id="35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CUESTA HACERLO BIEN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 estimado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1C1F26"/>
          </a:solidFill>
          <a:ln/>
        </p:spPr>
      </p:sp>
      <p:pic>
        <p:nvPicPr>
          <p:cNvPr id="5" name="Image 0" descr="icons/money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9659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total estimada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RD$109,050.05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22960" y="42976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desarrollo, diseño, documentación, infraestructura y más.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0" y="173736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892040" y="1554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sistema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138160" y="173736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8458200" y="1554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UI/UX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0" y="260604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4892040" y="2423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y documentación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38160" y="260604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8458200" y="2423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0" y="347472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3291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138160" y="347472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7"/>
          <p:cNvSpPr/>
          <p:nvPr/>
        </p:nvSpPr>
        <p:spPr>
          <a:xfrm>
            <a:off x="8458200" y="3291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572000" y="434340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040" y="4160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138160" y="434340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1"/>
          <p:cNvSpPr/>
          <p:nvPr/>
        </p:nvSpPr>
        <p:spPr>
          <a:xfrm>
            <a:off x="8458200" y="4160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0" y="521208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6" name="Text 23"/>
          <p:cNvSpPr/>
          <p:nvPr/>
        </p:nvSpPr>
        <p:spPr>
          <a:xfrm>
            <a:off x="4892040" y="5029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inicial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138160" y="521208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8" name="Text 25"/>
          <p:cNvSpPr/>
          <p:nvPr/>
        </p:nvSpPr>
        <p:spPr>
          <a:xfrm>
            <a:off x="8458200" y="5029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para imprevistos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AutoRevolution — Seminario de Proyecto I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¿VALE LA PENA LA INVERSIÓN?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Retorno sobre la inversión (ROI)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254.81%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 1 año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964.42%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2560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 3 años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1,674.04%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2560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 5 años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7830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3.38 meses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15400" y="2560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estimado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3429000"/>
          <a:ext cx="54864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6355080" y="3429000"/>
            <a:ext cx="5257800" cy="2788920"/>
          </a:xfrm>
          <a:prstGeom prst="roundRect">
            <a:avLst>
              <a:gd name="adj" fmla="val 2623"/>
            </a:avLst>
          </a:prstGeom>
          <a:solidFill>
            <a:srgbClr val="1C1F26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números simples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675120" y="4069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anual de operación: RD$113,482.75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675120" y="4572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bruto anual: RD$500,400.00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675120" y="5074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neto anual: RD$386,917.25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675120" y="56235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sistema se implementa y se usa bien, se paga solo en poco más de tres meses.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AutoRevolution — Seminario de Proyecto I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PUEDE SALIR MAL (Y EL PLAN B)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y mitigación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icons/warning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identificados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Falta de tiempo del equipo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715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Errores de programación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09981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Baja participación de usuarios de prueba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48386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Fallos en hosting o dominio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38679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Desorganización del equipo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4251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Pérdida de archivos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46360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Resistencia al cambio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502005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Aumento de costos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155448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1C1F26"/>
          </a:solidFill>
          <a:ln/>
        </p:spPr>
      </p:sp>
      <p:pic>
        <p:nvPicPr>
          <p:cNvPr id="16" name="Image 1" descr="icons/shield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8308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40880" y="1828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mitigamos</a:t>
            </a:r>
            <a:endParaRPr lang="en-US" sz="1500" dirty="0"/>
          </a:p>
        </p:txBody>
      </p:sp>
      <p:pic>
        <p:nvPicPr>
          <p:cNvPr id="18" name="Image 2" descr="icons/check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37744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03720" y="23134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clara de tareas</a:t>
            </a:r>
            <a:endParaRPr lang="en-US" sz="1200" dirty="0"/>
          </a:p>
        </p:txBody>
      </p:sp>
      <p:pic>
        <p:nvPicPr>
          <p:cNvPr id="20" name="Image 3" descr="icons/check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779776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03720" y="27157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semanales de seguimiento</a:t>
            </a:r>
            <a:endParaRPr lang="en-US" sz="1200" dirty="0"/>
          </a:p>
        </p:txBody>
      </p:sp>
      <p:pic>
        <p:nvPicPr>
          <p:cNvPr id="22" name="Image 4" descr="icons/check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182112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03720" y="31181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constante en Google Drive</a:t>
            </a:r>
            <a:endParaRPr lang="en-US" sz="1200" dirty="0"/>
          </a:p>
        </p:txBody>
      </p:sp>
      <p:pic>
        <p:nvPicPr>
          <p:cNvPr id="24" name="Image 5" descr="icons/check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584448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03720" y="3520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con GitHub</a:t>
            </a:r>
            <a:endParaRPr lang="en-US" sz="1200" dirty="0"/>
          </a:p>
        </p:txBody>
      </p:sp>
      <p:pic>
        <p:nvPicPr>
          <p:cNvPr id="26" name="Image 6" descr="icons/check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986784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903720" y="392277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constantes del sistema</a:t>
            </a:r>
            <a:endParaRPr lang="en-US" sz="1200" dirty="0"/>
          </a:p>
        </p:txBody>
      </p:sp>
      <p:pic>
        <p:nvPicPr>
          <p:cNvPr id="28" name="Image 7" descr="icons/check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389120"/>
            <a:ext cx="228600" cy="2286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903720" y="4325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al equipo</a:t>
            </a:r>
            <a:endParaRPr lang="en-US" sz="1200" dirty="0"/>
          </a:p>
        </p:txBody>
      </p:sp>
      <p:pic>
        <p:nvPicPr>
          <p:cNvPr id="30" name="Image 8" descr="icons/check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791456"/>
            <a:ext cx="228600" cy="2286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903720" y="47274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destinado a imprevistos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AutoRevolution — Seminario de Proyecto I</a:t>
            </a:r>
            <a:endParaRPr lang="en-US" sz="900" dirty="0"/>
          </a:p>
        </p:txBody>
      </p:sp>
      <p:sp>
        <p:nvSpPr>
          <p:cNvPr id="33" name="Text 2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QUÉ LO CONSTRUIMOS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y herramientas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1C1F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77440" y="201168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1C1F26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0" y="201168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1C1F26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1C1F2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(referencia)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377440" y="269748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1C1F26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26974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y GitHub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y documentación</a:t>
            </a:r>
            <a:endParaRPr lang="en-US" sz="1500" dirty="0"/>
          </a:p>
        </p:txBody>
      </p:sp>
      <p:pic>
        <p:nvPicPr>
          <p:cNvPr id="16" name="Image 0" descr="icons/clipboard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11680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12280" y="19842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250" dirty="0"/>
          </a:p>
        </p:txBody>
      </p:sp>
      <p:pic>
        <p:nvPicPr>
          <p:cNvPr id="18" name="Image 1" descr="icons/github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2011680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464040" y="19842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pic>
        <p:nvPicPr>
          <p:cNvPr id="20" name="Image 2" descr="icons/comments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88036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12280" y="28529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50" dirty="0"/>
          </a:p>
        </p:txBody>
      </p:sp>
      <p:pic>
        <p:nvPicPr>
          <p:cNvPr id="22" name="Image 3" descr="icons/code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0" y="288036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64040" y="28529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y PowerPoint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3794760"/>
            <a:ext cx="110185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4" descr="icons/github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6908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4114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 organizado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14400" y="4663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README.md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520440" y="4663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.gitignore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126480" y="4663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index.html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8732520" y="4663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styles.css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914400" y="5120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app.js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520440" y="5120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Capturas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126480" y="5120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Documentacion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8732520" y="5120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Database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AutoRevolution — Seminario de Proyecto I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ESPERAMOS LOGRAR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esperados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81051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916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organización de la información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035040" y="169164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8" name="Image 1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81051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20840" y="16916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errores manuales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1" name="Image 2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86207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743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productividad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035040" y="27432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4" name="Image 3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286207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2743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gestión de citas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7" name="Image 4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37947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del historial de mantenimiento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6035040" y="379476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0" name="Image 5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3913632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20840" y="37947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comunicación con los clientes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3" name="Image 6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965192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34440" y="48463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 de procesos automotrices</a:t>
            </a:r>
            <a:endParaRPr lang="en-US" sz="1350" dirty="0"/>
          </a:p>
        </p:txBody>
      </p:sp>
      <p:sp>
        <p:nvSpPr>
          <p:cNvPr id="25" name="Shape 16"/>
          <p:cNvSpPr/>
          <p:nvPr/>
        </p:nvSpPr>
        <p:spPr>
          <a:xfrm>
            <a:off x="548640" y="5532120"/>
            <a:ext cx="11018520" cy="822960"/>
          </a:xfrm>
          <a:prstGeom prst="roundRect">
            <a:avLst>
              <a:gd name="adj" fmla="val 8889"/>
            </a:avLst>
          </a:prstGeom>
          <a:solidFill>
            <a:srgbClr val="1C1F26"/>
          </a:solidFill>
          <a:ln/>
        </p:spPr>
      </p:sp>
      <p:pic>
        <p:nvPicPr>
          <p:cNvPr id="26" name="Image 7" descr="icons/bulb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742432"/>
            <a:ext cx="384048" cy="38404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417320" y="55778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Aprendimos que una solución tecnológica no depende solo del código: también hay que planificar, documentar y validar que resuelva una necesidad real.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AutoRevolution — Seminario de Proyecto I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3B4252">
              <a:alpha val="45000"/>
            </a:srgbClr>
          </a:solidFill>
          <a:ln/>
        </p:spPr>
      </p:sp>
      <p:pic>
        <p:nvPicPr>
          <p:cNvPr id="3" name="Image 0" descr="icons/rocket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qué sigue?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Futuras mejoras</a:t>
            </a:r>
            <a:endParaRPr lang="en-US" sz="3000" dirty="0"/>
          </a:p>
        </p:txBody>
      </p:sp>
      <p:pic>
        <p:nvPicPr>
          <p:cNvPr id="6" name="Image 1" descr="icons/seedling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65960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920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</a:t>
            </a:r>
            <a:endParaRPr lang="en-US" sz="1300" dirty="0"/>
          </a:p>
        </p:txBody>
      </p:sp>
      <p:pic>
        <p:nvPicPr>
          <p:cNvPr id="8" name="Image 2" descr="icons/seedling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965960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46520" y="1920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en línea</a:t>
            </a:r>
            <a:endParaRPr lang="en-US" sz="1300" dirty="0"/>
          </a:p>
        </p:txBody>
      </p:sp>
      <p:pic>
        <p:nvPicPr>
          <p:cNvPr id="10" name="Image 3" descr="icons/seedling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60320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2514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automáticos de citas</a:t>
            </a:r>
            <a:endParaRPr lang="en-US" sz="1300" dirty="0"/>
          </a:p>
        </p:txBody>
      </p:sp>
      <p:pic>
        <p:nvPicPr>
          <p:cNvPr id="12" name="Image 4" descr="icons/seedling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560320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446520" y="2514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gerenciales</a:t>
            </a:r>
            <a:endParaRPr lang="en-US" sz="1300" dirty="0"/>
          </a:p>
        </p:txBody>
      </p:sp>
      <p:pic>
        <p:nvPicPr>
          <p:cNvPr id="14" name="Image 5" descr="icons/seedling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54680"/>
            <a:ext cx="292608" cy="29260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60120" y="3108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proveedores de repuestos</a:t>
            </a:r>
            <a:endParaRPr lang="en-US" sz="1300" dirty="0"/>
          </a:p>
        </p:txBody>
      </p:sp>
      <p:pic>
        <p:nvPicPr>
          <p:cNvPr id="16" name="Image 6" descr="icons/seedling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154680"/>
            <a:ext cx="292608" cy="29260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446520" y="3108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por correo o WhatsApp</a:t>
            </a:r>
            <a:endParaRPr lang="en-US" sz="1300" dirty="0"/>
          </a:p>
        </p:txBody>
      </p:sp>
      <p:pic>
        <p:nvPicPr>
          <p:cNvPr id="18" name="Image 7" descr="icons/seedling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49040"/>
            <a:ext cx="292608" cy="29260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60120" y="3703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recomendaciones de mantenimiento</a:t>
            </a:r>
            <a:endParaRPr lang="en-US" sz="1300" dirty="0"/>
          </a:p>
        </p:txBody>
      </p:sp>
      <p:sp>
        <p:nvSpPr>
          <p:cNvPr id="20" name="Shape 10"/>
          <p:cNvSpPr/>
          <p:nvPr/>
        </p:nvSpPr>
        <p:spPr>
          <a:xfrm>
            <a:off x="548640" y="4892040"/>
            <a:ext cx="11018520" cy="18288"/>
          </a:xfrm>
          <a:prstGeom prst="rect">
            <a:avLst/>
          </a:prstGeom>
          <a:solidFill>
            <a:srgbClr val="5B6B7C"/>
          </a:solidFill>
          <a:ln/>
        </p:spPr>
      </p:sp>
      <p:sp>
        <p:nvSpPr>
          <p:cNvPr id="21" name="Text 11"/>
          <p:cNvSpPr/>
          <p:nvPr/>
        </p:nvSpPr>
        <p:spPr>
          <a:xfrm>
            <a:off x="548640" y="5120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AutoRevolution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548640" y="56235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propuesta real para modernizar el sector automotriz, desde la organización hasta el servicio al cliente.</a:t>
            </a:r>
            <a:endParaRPr lang="en-US" sz="1300" dirty="0"/>
          </a:p>
        </p:txBody>
      </p:sp>
      <p:sp>
        <p:nvSpPr>
          <p:cNvPr id="23" name="Text 13"/>
          <p:cNvSpPr/>
          <p:nvPr/>
        </p:nvSpPr>
        <p:spPr>
          <a:xfrm>
            <a:off x="8412480" y="5623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¡Muchas gracias!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</TotalTime>
  <Words>819</Words>
  <Application>Microsoft Office PowerPoint</Application>
  <PresentationFormat>Panorámica</PresentationFormat>
  <Paragraphs>194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</vt:lpstr>
      <vt:lpstr>Century Gothic</vt:lpstr>
      <vt:lpstr>Courier New</vt:lpstr>
      <vt:lpstr>Wingdings 3</vt:lpstr>
      <vt:lpstr>Sector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AutoRevolution</dc:title>
  <dc:subject>PptxGenJS Presentation</dc:subject>
  <dc:creator>Equipo AutoRevolution</dc:creator>
  <cp:lastModifiedBy>Wilyaris PC</cp:lastModifiedBy>
  <cp:revision>2</cp:revision>
  <dcterms:created xsi:type="dcterms:W3CDTF">2026-07-06T22:20:44Z</dcterms:created>
  <dcterms:modified xsi:type="dcterms:W3CDTF">2026-07-06T22:26:44Z</dcterms:modified>
</cp:coreProperties>
</file>